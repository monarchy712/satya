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89B18-E267-68DB-071D-12FD900B5DEA}" v="1" dt="2026-02-28T13:25:30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yaak Jain" userId="39d2dbb0a4f66dd1" providerId="LiveId" clId="{5A505CA7-3171-43EE-B468-71447ABD5E11}"/>
    <pc:docChg chg="undo custSel modSld">
      <pc:chgData name="Samyaak Jain" userId="39d2dbb0a4f66dd1" providerId="LiveId" clId="{5A505CA7-3171-43EE-B468-71447ABD5E11}" dt="2026-02-13T06:08:04.843" v="685" actId="108"/>
      <pc:docMkLst>
        <pc:docMk/>
      </pc:docMkLst>
      <pc:sldChg chg="addSp delSp modSp mod">
        <pc:chgData name="Samyaak Jain" userId="39d2dbb0a4f66dd1" providerId="LiveId" clId="{5A505CA7-3171-43EE-B468-71447ABD5E11}" dt="2026-01-29T10:54:58.579" v="14" actId="21"/>
        <pc:sldMkLst>
          <pc:docMk/>
          <pc:sldMk cId="0" sldId="256"/>
        </pc:sldMkLst>
        <pc:spChg chg="mod">
          <ac:chgData name="Samyaak Jain" userId="39d2dbb0a4f66dd1" providerId="LiveId" clId="{5A505CA7-3171-43EE-B468-71447ABD5E11}" dt="2026-01-29T10:54:19.270" v="11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Samyaak Jain" userId="39d2dbb0a4f66dd1" providerId="LiveId" clId="{5A505CA7-3171-43EE-B468-71447ABD5E11}" dt="2026-01-29T10:45:20.590" v="6" actId="20577"/>
          <ac:spMkLst>
            <pc:docMk/>
            <pc:sldMk cId="0" sldId="256"/>
            <ac:spMk id="56" creationId="{00000000-0000-0000-0000-000000000000}"/>
          </ac:spMkLst>
        </pc:spChg>
        <pc:spChg chg="del">
          <ac:chgData name="Samyaak Jain" userId="39d2dbb0a4f66dd1" providerId="LiveId" clId="{5A505CA7-3171-43EE-B468-71447ABD5E11}" dt="2026-01-29T10:54:58.579" v="14" actId="21"/>
          <ac:spMkLst>
            <pc:docMk/>
            <pc:sldMk cId="0" sldId="256"/>
            <ac:spMk id="61" creationId="{00000000-0000-0000-0000-000000000000}"/>
          </ac:spMkLst>
        </pc:spChg>
        <pc:picChg chg="add del">
          <ac:chgData name="Samyaak Jain" userId="39d2dbb0a4f66dd1" providerId="LiveId" clId="{5A505CA7-3171-43EE-B468-71447ABD5E11}" dt="2026-01-29T10:54:55.100" v="13" actId="21"/>
          <ac:picMkLst>
            <pc:docMk/>
            <pc:sldMk cId="0" sldId="256"/>
            <ac:picMk id="54" creationId="{00000000-0000-0000-0000-000000000000}"/>
          </ac:picMkLst>
        </pc:picChg>
      </pc:sldChg>
      <pc:sldChg chg="modSp mod">
        <pc:chgData name="Samyaak Jain" userId="39d2dbb0a4f66dd1" providerId="LiveId" clId="{5A505CA7-3171-43EE-B468-71447ABD5E11}" dt="2026-02-04T08:20:08.452" v="28" actId="1076"/>
        <pc:sldMkLst>
          <pc:docMk/>
          <pc:sldMk cId="0" sldId="257"/>
        </pc:sldMkLst>
        <pc:spChg chg="mod">
          <ac:chgData name="Samyaak Jain" userId="39d2dbb0a4f66dd1" providerId="LiveId" clId="{5A505CA7-3171-43EE-B468-71447ABD5E11}" dt="2026-02-04T08:20:03.832" v="27" actId="1076"/>
          <ac:spMkLst>
            <pc:docMk/>
            <pc:sldMk cId="0" sldId="257"/>
            <ac:spMk id="67" creationId="{00000000-0000-0000-0000-000000000000}"/>
          </ac:spMkLst>
        </pc:spChg>
        <pc:spChg chg="mod">
          <ac:chgData name="Samyaak Jain" userId="39d2dbb0a4f66dd1" providerId="LiveId" clId="{5A505CA7-3171-43EE-B468-71447ABD5E11}" dt="2026-02-04T08:20:08.452" v="28" actId="1076"/>
          <ac:spMkLst>
            <pc:docMk/>
            <pc:sldMk cId="0" sldId="257"/>
            <ac:spMk id="68" creationId="{00000000-0000-0000-0000-000000000000}"/>
          </ac:spMkLst>
        </pc:spChg>
      </pc:sldChg>
      <pc:sldChg chg="modSp mod">
        <pc:chgData name="Samyaak Jain" userId="39d2dbb0a4f66dd1" providerId="LiveId" clId="{5A505CA7-3171-43EE-B468-71447ABD5E11}" dt="2026-02-04T08:52:06.459" v="498" actId="20577"/>
        <pc:sldMkLst>
          <pc:docMk/>
          <pc:sldMk cId="0" sldId="258"/>
        </pc:sldMkLst>
        <pc:spChg chg="mod">
          <ac:chgData name="Samyaak Jain" userId="39d2dbb0a4f66dd1" providerId="LiveId" clId="{5A505CA7-3171-43EE-B468-71447ABD5E11}" dt="2026-02-04T08:20:18.014" v="31" actId="1076"/>
          <ac:spMkLst>
            <pc:docMk/>
            <pc:sldMk cId="0" sldId="258"/>
            <ac:spMk id="74" creationId="{00000000-0000-0000-0000-000000000000}"/>
          </ac:spMkLst>
        </pc:spChg>
        <pc:spChg chg="mod">
          <ac:chgData name="Samyaak Jain" userId="39d2dbb0a4f66dd1" providerId="LiveId" clId="{5A505CA7-3171-43EE-B468-71447ABD5E11}" dt="2026-02-04T08:52:06.459" v="498" actId="20577"/>
          <ac:spMkLst>
            <pc:docMk/>
            <pc:sldMk cId="0" sldId="258"/>
            <ac:spMk id="75" creationId="{00000000-0000-0000-0000-000000000000}"/>
          </ac:spMkLst>
        </pc:spChg>
        <pc:picChg chg="mod">
          <ac:chgData name="Samyaak Jain" userId="39d2dbb0a4f66dd1" providerId="LiveId" clId="{5A505CA7-3171-43EE-B468-71447ABD5E11}" dt="2026-02-04T08:20:38.193" v="36" actId="1076"/>
          <ac:picMkLst>
            <pc:docMk/>
            <pc:sldMk cId="0" sldId="258"/>
            <ac:picMk id="73" creationId="{00000000-0000-0000-0000-000000000000}"/>
          </ac:picMkLst>
        </pc:picChg>
      </pc:sldChg>
      <pc:sldChg chg="modSp mod">
        <pc:chgData name="Samyaak Jain" userId="39d2dbb0a4f66dd1" providerId="LiveId" clId="{5A505CA7-3171-43EE-B468-71447ABD5E11}" dt="2026-02-04T08:30:56.923" v="123" actId="108"/>
        <pc:sldMkLst>
          <pc:docMk/>
          <pc:sldMk cId="0" sldId="259"/>
        </pc:sldMkLst>
        <pc:spChg chg="mod">
          <ac:chgData name="Samyaak Jain" userId="39d2dbb0a4f66dd1" providerId="LiveId" clId="{5A505CA7-3171-43EE-B468-71447ABD5E11}" dt="2026-02-04T08:28:37.277" v="117" actId="1076"/>
          <ac:spMkLst>
            <pc:docMk/>
            <pc:sldMk cId="0" sldId="259"/>
            <ac:spMk id="81" creationId="{00000000-0000-0000-0000-000000000000}"/>
          </ac:spMkLst>
        </pc:spChg>
        <pc:spChg chg="mod">
          <ac:chgData name="Samyaak Jain" userId="39d2dbb0a4f66dd1" providerId="LiveId" clId="{5A505CA7-3171-43EE-B468-71447ABD5E11}" dt="2026-02-04T08:30:56.923" v="123" actId="108"/>
          <ac:spMkLst>
            <pc:docMk/>
            <pc:sldMk cId="0" sldId="259"/>
            <ac:spMk id="82" creationId="{00000000-0000-0000-0000-000000000000}"/>
          </ac:spMkLst>
        </pc:spChg>
        <pc:picChg chg="mod">
          <ac:chgData name="Samyaak Jain" userId="39d2dbb0a4f66dd1" providerId="LiveId" clId="{5A505CA7-3171-43EE-B468-71447ABD5E11}" dt="2026-02-04T08:22:41.436" v="65" actId="1076"/>
          <ac:picMkLst>
            <pc:docMk/>
            <pc:sldMk cId="0" sldId="259"/>
            <ac:picMk id="80" creationId="{00000000-0000-0000-0000-000000000000}"/>
          </ac:picMkLst>
        </pc:picChg>
      </pc:sldChg>
      <pc:sldChg chg="addSp delSp modSp mod">
        <pc:chgData name="Samyaak Jain" userId="39d2dbb0a4f66dd1" providerId="LiveId" clId="{5A505CA7-3171-43EE-B468-71447ABD5E11}" dt="2026-02-04T08:33:51.235" v="151" actId="1076"/>
        <pc:sldMkLst>
          <pc:docMk/>
          <pc:sldMk cId="0" sldId="260"/>
        </pc:sldMkLst>
        <pc:spChg chg="add del mod">
          <ac:chgData name="Samyaak Jain" userId="39d2dbb0a4f66dd1" providerId="LiveId" clId="{5A505CA7-3171-43EE-B468-71447ABD5E11}" dt="2026-02-04T08:33:30.048" v="145" actId="1076"/>
          <ac:spMkLst>
            <pc:docMk/>
            <pc:sldMk cId="0" sldId="260"/>
            <ac:spMk id="88" creationId="{00000000-0000-0000-0000-000000000000}"/>
          </ac:spMkLst>
        </pc:spChg>
        <pc:picChg chg="add mod">
          <ac:chgData name="Samyaak Jain" userId="39d2dbb0a4f66dd1" providerId="LiveId" clId="{5A505CA7-3171-43EE-B468-71447ABD5E11}" dt="2026-02-04T08:33:51.235" v="151" actId="1076"/>
          <ac:picMkLst>
            <pc:docMk/>
            <pc:sldMk cId="0" sldId="260"/>
            <ac:picMk id="6" creationId="{995A3A85-21E4-063A-3233-684F9B7BB217}"/>
          </ac:picMkLst>
        </pc:picChg>
        <pc:picChg chg="add del">
          <ac:chgData name="Samyaak Jain" userId="39d2dbb0a4f66dd1" providerId="LiveId" clId="{5A505CA7-3171-43EE-B468-71447ABD5E11}" dt="2026-02-04T08:32:40.977" v="130" actId="21"/>
          <ac:picMkLst>
            <pc:docMk/>
            <pc:sldMk cId="0" sldId="260"/>
            <ac:picMk id="87" creationId="{00000000-0000-0000-0000-000000000000}"/>
          </ac:picMkLst>
        </pc:picChg>
      </pc:sldChg>
      <pc:sldChg chg="modSp mod">
        <pc:chgData name="Samyaak Jain" userId="39d2dbb0a4f66dd1" providerId="LiveId" clId="{5A505CA7-3171-43EE-B468-71447ABD5E11}" dt="2026-02-04T08:51:11.207" v="469" actId="113"/>
        <pc:sldMkLst>
          <pc:docMk/>
          <pc:sldMk cId="0" sldId="261"/>
        </pc:sldMkLst>
        <pc:spChg chg="mod">
          <ac:chgData name="Samyaak Jain" userId="39d2dbb0a4f66dd1" providerId="LiveId" clId="{5A505CA7-3171-43EE-B468-71447ABD5E11}" dt="2026-02-04T08:49:47.128" v="451" actId="1076"/>
          <ac:spMkLst>
            <pc:docMk/>
            <pc:sldMk cId="0" sldId="261"/>
            <ac:spMk id="94" creationId="{00000000-0000-0000-0000-000000000000}"/>
          </ac:spMkLst>
        </pc:spChg>
        <pc:spChg chg="mod">
          <ac:chgData name="Samyaak Jain" userId="39d2dbb0a4f66dd1" providerId="LiveId" clId="{5A505CA7-3171-43EE-B468-71447ABD5E11}" dt="2026-02-04T08:51:11.207" v="469" actId="113"/>
          <ac:spMkLst>
            <pc:docMk/>
            <pc:sldMk cId="0" sldId="261"/>
            <ac:spMk id="95" creationId="{00000000-0000-0000-0000-000000000000}"/>
          </ac:spMkLst>
        </pc:spChg>
      </pc:sldChg>
      <pc:sldChg chg="addSp modSp mod">
        <pc:chgData name="Samyaak Jain" userId="39d2dbb0a4f66dd1" providerId="LiveId" clId="{5A505CA7-3171-43EE-B468-71447ABD5E11}" dt="2026-02-04T08:45:50.284" v="448" actId="1076"/>
        <pc:sldMkLst>
          <pc:docMk/>
          <pc:sldMk cId="0" sldId="262"/>
        </pc:sldMkLst>
        <pc:spChg chg="mod">
          <ac:chgData name="Samyaak Jain" userId="39d2dbb0a4f66dd1" providerId="LiveId" clId="{5A505CA7-3171-43EE-B468-71447ABD5E11}" dt="2026-02-04T08:45:50.284" v="448" actId="1076"/>
          <ac:spMkLst>
            <pc:docMk/>
            <pc:sldMk cId="0" sldId="262"/>
            <ac:spMk id="4" creationId="{367B12CA-3B39-8C7B-D011-3D5284DCA865}"/>
          </ac:spMkLst>
        </pc:spChg>
        <pc:spChg chg="mod">
          <ac:chgData name="Samyaak Jain" userId="39d2dbb0a4f66dd1" providerId="LiveId" clId="{5A505CA7-3171-43EE-B468-71447ABD5E11}" dt="2026-02-04T08:27:36.662" v="110"/>
          <ac:spMkLst>
            <pc:docMk/>
            <pc:sldMk cId="0" sldId="262"/>
            <ac:spMk id="101" creationId="{00000000-0000-0000-0000-000000000000}"/>
          </ac:spMkLst>
        </pc:spChg>
      </pc:sldChg>
      <pc:sldChg chg="modSp mod">
        <pc:chgData name="Samyaak Jain" userId="39d2dbb0a4f66dd1" providerId="LiveId" clId="{5A505CA7-3171-43EE-B468-71447ABD5E11}" dt="2026-02-04T08:43:45.134" v="423" actId="20577"/>
        <pc:sldMkLst>
          <pc:docMk/>
          <pc:sldMk cId="0" sldId="263"/>
        </pc:sldMkLst>
        <pc:spChg chg="mod">
          <ac:chgData name="Samyaak Jain" userId="39d2dbb0a4f66dd1" providerId="LiveId" clId="{5A505CA7-3171-43EE-B468-71447ABD5E11}" dt="2026-02-04T08:34:33.763" v="159" actId="1076"/>
          <ac:spMkLst>
            <pc:docMk/>
            <pc:sldMk cId="0" sldId="263"/>
            <ac:spMk id="107" creationId="{00000000-0000-0000-0000-000000000000}"/>
          </ac:spMkLst>
        </pc:spChg>
        <pc:spChg chg="mod">
          <ac:chgData name="Samyaak Jain" userId="39d2dbb0a4f66dd1" providerId="LiveId" clId="{5A505CA7-3171-43EE-B468-71447ABD5E11}" dt="2026-02-04T08:43:45.134" v="423" actId="20577"/>
          <ac:spMkLst>
            <pc:docMk/>
            <pc:sldMk cId="0" sldId="263"/>
            <ac:spMk id="108" creationId="{00000000-0000-0000-0000-000000000000}"/>
          </ac:spMkLst>
        </pc:spChg>
      </pc:sldChg>
      <pc:sldChg chg="addSp delSp modSp mod">
        <pc:chgData name="Samyaak Jain" userId="39d2dbb0a4f66dd1" providerId="LiveId" clId="{5A505CA7-3171-43EE-B468-71447ABD5E11}" dt="2026-02-13T06:08:04.843" v="685" actId="108"/>
        <pc:sldMkLst>
          <pc:docMk/>
          <pc:sldMk cId="0" sldId="264"/>
        </pc:sldMkLst>
        <pc:spChg chg="mod">
          <ac:chgData name="Samyaak Jain" userId="39d2dbb0a4f66dd1" providerId="LiveId" clId="{5A505CA7-3171-43EE-B468-71447ABD5E11}" dt="2026-02-04T09:00:42.920" v="635" actId="1076"/>
          <ac:spMkLst>
            <pc:docMk/>
            <pc:sldMk cId="0" sldId="264"/>
            <ac:spMk id="114" creationId="{00000000-0000-0000-0000-000000000000}"/>
          </ac:spMkLst>
        </pc:spChg>
        <pc:graphicFrameChg chg="add mod modGraphic">
          <ac:chgData name="Samyaak Jain" userId="39d2dbb0a4f66dd1" providerId="LiveId" clId="{5A505CA7-3171-43EE-B468-71447ABD5E11}" dt="2026-02-13T06:08:04.843" v="685" actId="108"/>
          <ac:graphicFrameMkLst>
            <pc:docMk/>
            <pc:sldMk cId="0" sldId="264"/>
            <ac:graphicFrameMk id="2" creationId="{71A0D066-6695-040A-B9D6-5897C74D923D}"/>
          </ac:graphicFrameMkLst>
        </pc:graphicFrameChg>
      </pc:sldChg>
    </pc:docChg>
  </pc:docChgLst>
  <pc:docChgLst>
    <pc:chgData name="Gaurang Bhavsar" userId="7a32407bd7685ad9" providerId="Windows Live" clId="Web-{2B489B18-E267-68DB-071D-12FD900B5DEA}"/>
    <pc:docChg chg="modSld">
      <pc:chgData name="Gaurang Bhavsar" userId="7a32407bd7685ad9" providerId="Windows Live" clId="Web-{2B489B18-E267-68DB-071D-12FD900B5DEA}" dt="2026-02-28T13:25:30.758" v="0" actId="14100"/>
      <pc:docMkLst>
        <pc:docMk/>
      </pc:docMkLst>
      <pc:sldChg chg="modSp">
        <pc:chgData name="Gaurang Bhavsar" userId="7a32407bd7685ad9" providerId="Windows Live" clId="Web-{2B489B18-E267-68DB-071D-12FD900B5DEA}" dt="2026-02-28T13:25:30.758" v="0" actId="14100"/>
        <pc:sldMkLst>
          <pc:docMk/>
          <pc:sldMk cId="0" sldId="262"/>
        </pc:sldMkLst>
        <pc:spChg chg="mod">
          <ac:chgData name="Gaurang Bhavsar" userId="7a32407bd7685ad9" providerId="Windows Live" clId="Web-{2B489B18-E267-68DB-071D-12FD900B5DEA}" dt="2026-02-28T13:25:30.758" v="0" actId="14100"/>
          <ac:spMkLst>
            <pc:docMk/>
            <pc:sldMk cId="0" sldId="262"/>
            <ac:spMk id="4" creationId="{367B12CA-3B39-8C7B-D011-3D5284DCA865}"/>
          </ac:spMkLst>
        </pc:spChg>
      </pc:sldChg>
    </pc:docChg>
  </pc:docChgLst>
  <pc:docChgLst>
    <pc:chgData name="Shardul Singh" userId="7f6a1f4a8bbd8987" providerId="Windows Live" clId="Web-{5E30EC98-07F5-691A-89FE-F9404D13AFEE}"/>
    <pc:docChg chg="modSld">
      <pc:chgData name="Shardul Singh" userId="7f6a1f4a8bbd8987" providerId="Windows Live" clId="Web-{5E30EC98-07F5-691A-89FE-F9404D13AFEE}" dt="2026-01-29T11:20:14.505" v="97" actId="20577"/>
      <pc:docMkLst>
        <pc:docMk/>
      </pc:docMkLst>
      <pc:sldChg chg="modSp">
        <pc:chgData name="Shardul Singh" userId="7f6a1f4a8bbd8987" providerId="Windows Live" clId="Web-{5E30EC98-07F5-691A-89FE-F9404D13AFEE}" dt="2026-01-29T10:55:01.503" v="22" actId="20577"/>
        <pc:sldMkLst>
          <pc:docMk/>
          <pc:sldMk cId="0" sldId="256"/>
        </pc:sldMkLst>
        <pc:spChg chg="mod">
          <ac:chgData name="Shardul Singh" userId="7f6a1f4a8bbd8987" providerId="Windows Live" clId="Web-{5E30EC98-07F5-691A-89FE-F9404D13AFEE}" dt="2026-01-29T10:55:01.503" v="22" actId="20577"/>
          <ac:spMkLst>
            <pc:docMk/>
            <pc:sldMk cId="0" sldId="256"/>
            <ac:spMk id="61" creationId="{00000000-0000-0000-0000-000000000000}"/>
          </ac:spMkLst>
        </pc:spChg>
      </pc:sldChg>
      <pc:sldChg chg="modSp">
        <pc:chgData name="Shardul Singh" userId="7f6a1f4a8bbd8987" providerId="Windows Live" clId="Web-{5E30EC98-07F5-691A-89FE-F9404D13AFEE}" dt="2026-01-29T10:45:06.740" v="18" actId="14100"/>
        <pc:sldMkLst>
          <pc:docMk/>
          <pc:sldMk cId="0" sldId="257"/>
        </pc:sldMkLst>
        <pc:spChg chg="mod">
          <ac:chgData name="Shardul Singh" userId="7f6a1f4a8bbd8987" providerId="Windows Live" clId="Web-{5E30EC98-07F5-691A-89FE-F9404D13AFEE}" dt="2026-01-29T10:44:27.787" v="10" actId="20577"/>
          <ac:spMkLst>
            <pc:docMk/>
            <pc:sldMk cId="0" sldId="257"/>
            <ac:spMk id="67" creationId="{00000000-0000-0000-0000-000000000000}"/>
          </ac:spMkLst>
        </pc:spChg>
        <pc:spChg chg="mod">
          <ac:chgData name="Shardul Singh" userId="7f6a1f4a8bbd8987" providerId="Windows Live" clId="Web-{5E30EC98-07F5-691A-89FE-F9404D13AFEE}" dt="2026-01-29T10:45:06.740" v="18" actId="14100"/>
          <ac:spMkLst>
            <pc:docMk/>
            <pc:sldMk cId="0" sldId="257"/>
            <ac:spMk id="68" creationId="{00000000-0000-0000-0000-000000000000}"/>
          </ac:spMkLst>
        </pc:spChg>
      </pc:sldChg>
      <pc:sldChg chg="addSp delSp modSp">
        <pc:chgData name="Shardul Singh" userId="7f6a1f4a8bbd8987" providerId="Windows Live" clId="Web-{5E30EC98-07F5-691A-89FE-F9404D13AFEE}" dt="2026-01-29T11:08:13.918" v="61" actId="20577"/>
        <pc:sldMkLst>
          <pc:docMk/>
          <pc:sldMk cId="0" sldId="258"/>
        </pc:sldMkLst>
        <pc:spChg chg="mod">
          <ac:chgData name="Shardul Singh" userId="7f6a1f4a8bbd8987" providerId="Windows Live" clId="Web-{5E30EC98-07F5-691A-89FE-F9404D13AFEE}" dt="2026-01-29T11:05:14.371" v="53" actId="20577"/>
          <ac:spMkLst>
            <pc:docMk/>
            <pc:sldMk cId="0" sldId="258"/>
            <ac:spMk id="74" creationId="{00000000-0000-0000-0000-000000000000}"/>
          </ac:spMkLst>
        </pc:spChg>
        <pc:spChg chg="add del mod">
          <ac:chgData name="Shardul Singh" userId="7f6a1f4a8bbd8987" providerId="Windows Live" clId="Web-{5E30EC98-07F5-691A-89FE-F9404D13AFEE}" dt="2026-01-29T11:08:13.918" v="61" actId="20577"/>
          <ac:spMkLst>
            <pc:docMk/>
            <pc:sldMk cId="0" sldId="258"/>
            <ac:spMk id="75" creationId="{00000000-0000-0000-0000-000000000000}"/>
          </ac:spMkLst>
        </pc:spChg>
      </pc:sldChg>
      <pc:sldChg chg="modSp">
        <pc:chgData name="Shardul Singh" userId="7f6a1f4a8bbd8987" providerId="Windows Live" clId="Web-{5E30EC98-07F5-691A-89FE-F9404D13AFEE}" dt="2026-01-29T11:14:16.342" v="78" actId="14100"/>
        <pc:sldMkLst>
          <pc:docMk/>
          <pc:sldMk cId="0" sldId="259"/>
        </pc:sldMkLst>
        <pc:spChg chg="mod">
          <ac:chgData name="Shardul Singh" userId="7f6a1f4a8bbd8987" providerId="Windows Live" clId="Web-{5E30EC98-07F5-691A-89FE-F9404D13AFEE}" dt="2026-01-29T11:11:58.138" v="67" actId="20577"/>
          <ac:spMkLst>
            <pc:docMk/>
            <pc:sldMk cId="0" sldId="259"/>
            <ac:spMk id="81" creationId="{00000000-0000-0000-0000-000000000000}"/>
          </ac:spMkLst>
        </pc:spChg>
        <pc:spChg chg="mod">
          <ac:chgData name="Shardul Singh" userId="7f6a1f4a8bbd8987" providerId="Windows Live" clId="Web-{5E30EC98-07F5-691A-89FE-F9404D13AFEE}" dt="2026-01-29T11:14:16.342" v="78" actId="14100"/>
          <ac:spMkLst>
            <pc:docMk/>
            <pc:sldMk cId="0" sldId="259"/>
            <ac:spMk id="82" creationId="{00000000-0000-0000-0000-000000000000}"/>
          </ac:spMkLst>
        </pc:spChg>
      </pc:sldChg>
      <pc:sldChg chg="addSp delSp modSp">
        <pc:chgData name="Shardul Singh" userId="7f6a1f4a8bbd8987" providerId="Windows Live" clId="Web-{5E30EC98-07F5-691A-89FE-F9404D13AFEE}" dt="2026-01-29T11:18:19.609" v="94" actId="20577"/>
        <pc:sldMkLst>
          <pc:docMk/>
          <pc:sldMk cId="0" sldId="262"/>
        </pc:sldMkLst>
        <pc:spChg chg="add mod">
          <ac:chgData name="Shardul Singh" userId="7f6a1f4a8bbd8987" providerId="Windows Live" clId="Web-{5E30EC98-07F5-691A-89FE-F9404D13AFEE}" dt="2026-01-29T11:18:19.609" v="94" actId="20577"/>
          <ac:spMkLst>
            <pc:docMk/>
            <pc:sldMk cId="0" sldId="262"/>
            <ac:spMk id="4" creationId="{367B12CA-3B39-8C7B-D011-3D5284DCA865}"/>
          </ac:spMkLst>
        </pc:spChg>
        <pc:spChg chg="mod">
          <ac:chgData name="Shardul Singh" userId="7f6a1f4a8bbd8987" providerId="Windows Live" clId="Web-{5E30EC98-07F5-691A-89FE-F9404D13AFEE}" dt="2026-01-29T11:17:46.702" v="92" actId="1076"/>
          <ac:spMkLst>
            <pc:docMk/>
            <pc:sldMk cId="0" sldId="262"/>
            <ac:spMk id="101" creationId="{00000000-0000-0000-0000-000000000000}"/>
          </ac:spMkLst>
        </pc:spChg>
        <pc:picChg chg="mod">
          <ac:chgData name="Shardul Singh" userId="7f6a1f4a8bbd8987" providerId="Windows Live" clId="Web-{5E30EC98-07F5-691A-89FE-F9404D13AFEE}" dt="2026-01-29T11:16:30.749" v="80" actId="1076"/>
          <ac:picMkLst>
            <pc:docMk/>
            <pc:sldMk cId="0" sldId="262"/>
            <ac:picMk id="100" creationId="{00000000-0000-0000-0000-000000000000}"/>
          </ac:picMkLst>
        </pc:picChg>
      </pc:sldChg>
      <pc:sldChg chg="modSp">
        <pc:chgData name="Shardul Singh" userId="7f6a1f4a8bbd8987" providerId="Windows Live" clId="Web-{5E30EC98-07F5-691A-89FE-F9404D13AFEE}" dt="2026-01-29T11:20:14.505" v="97" actId="20577"/>
        <pc:sldMkLst>
          <pc:docMk/>
          <pc:sldMk cId="0" sldId="263"/>
        </pc:sldMkLst>
        <pc:spChg chg="mod">
          <ac:chgData name="Shardul Singh" userId="7f6a1f4a8bbd8987" providerId="Windows Live" clId="Web-{5E30EC98-07F5-691A-89FE-F9404D13AFEE}" dt="2026-01-29T11:20:14.505" v="97" actId="20577"/>
          <ac:spMkLst>
            <pc:docMk/>
            <pc:sldMk cId="0" sldId="263"/>
            <ac:spMk id="1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ba5852e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g3b8ba5852e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8ba5852eb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g3b8ba5852eb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8ba5852eb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g3b8ba5852eb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ba5852eb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g3b8ba5852eb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8ba5852eb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g3b8ba5852eb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8ba5852eb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g3b8ba5852eb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ba5852eb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3b8ba5852eb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ba5852eb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3b8ba5852eb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8ba5852eb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3b8ba5852eb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ba5852eb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b8ba5852eb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mailto:bt25cse002@iiitn.ac.i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mailto:shardul.jps@gmail.com" TargetMode="External"/><Relationship Id="rId5" Type="http://schemas.openxmlformats.org/officeDocument/2006/relationships/hyperlink" Target="mailto:gaurangbhavsar1703@gmail.com" TargetMode="External"/><Relationship Id="rId4" Type="http://schemas.openxmlformats.org/officeDocument/2006/relationships/hyperlink" Target="mailto:samyaakjain712@gmail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743189" y="1974850"/>
            <a:ext cx="5657624" cy="76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GB" sz="5000" b="1" i="0" u="none" strike="noStrike" cap="non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Satya</a:t>
            </a:r>
            <a:endParaRPr sz="7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08190" y="2908302"/>
            <a:ext cx="4527600" cy="38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GB" sz="2300" b="0" i="0" u="none" strike="noStrike" cap="non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Genesis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896308" y="702398"/>
            <a:ext cx="3351363" cy="765109"/>
          </a:xfrm>
          <a:custGeom>
            <a:avLst/>
            <a:gdLst/>
            <a:ahLst/>
            <a:cxnLst/>
            <a:rect l="l" t="t" r="r" b="b"/>
            <a:pathLst>
              <a:path w="5754972" h="1134209" extrusionOk="0">
                <a:moveTo>
                  <a:pt x="0" y="0"/>
                </a:moveTo>
                <a:lnTo>
                  <a:pt x="5754972" y="0"/>
                </a:lnTo>
                <a:lnTo>
                  <a:pt x="5754972" y="1134209"/>
                </a:lnTo>
                <a:lnTo>
                  <a:pt x="0" y="11342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8" name="Google Shape;58;p13"/>
          <p:cNvGrpSpPr/>
          <p:nvPr/>
        </p:nvGrpSpPr>
        <p:grpSpPr>
          <a:xfrm>
            <a:off x="3414623" y="345002"/>
            <a:ext cx="2314755" cy="338696"/>
            <a:chOff x="0" y="0"/>
            <a:chExt cx="6172679" cy="903190"/>
          </a:xfrm>
        </p:grpSpPr>
        <p:sp>
          <p:nvSpPr>
            <p:cNvPr id="59" name="Google Shape;59;p13"/>
            <p:cNvSpPr/>
            <p:nvPr/>
          </p:nvSpPr>
          <p:spPr>
            <a:xfrm>
              <a:off x="0" y="11910"/>
              <a:ext cx="2546514" cy="891280"/>
            </a:xfrm>
            <a:custGeom>
              <a:avLst/>
              <a:gdLst/>
              <a:ahLst/>
              <a:cxnLst/>
              <a:rect l="l" t="t" r="r" b="b"/>
              <a:pathLst>
                <a:path w="2546514" h="891280" extrusionOk="0">
                  <a:moveTo>
                    <a:pt x="0" y="0"/>
                  </a:moveTo>
                  <a:lnTo>
                    <a:pt x="2546514" y="0"/>
                  </a:lnTo>
                  <a:lnTo>
                    <a:pt x="2546514" y="891280"/>
                  </a:lnTo>
                  <a:lnTo>
                    <a:pt x="0" y="8912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3554995" y="0"/>
              <a:ext cx="2617684" cy="903190"/>
            </a:xfrm>
            <a:custGeom>
              <a:avLst/>
              <a:gdLst/>
              <a:ahLst/>
              <a:cxnLst/>
              <a:rect l="l" t="t" r="r" b="b"/>
              <a:pathLst>
                <a:path w="2617684" h="903190" extrusionOk="0">
                  <a:moveTo>
                    <a:pt x="0" y="0"/>
                  </a:moveTo>
                  <a:lnTo>
                    <a:pt x="2617684" y="0"/>
                  </a:lnTo>
                  <a:lnTo>
                    <a:pt x="2617684" y="903190"/>
                  </a:lnTo>
                  <a:lnTo>
                    <a:pt x="0" y="9031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t="-7134" b="-3006"/>
              </a:stretch>
            </a:blipFill>
            <a:ln>
              <a:noFill/>
            </a:ln>
          </p:spPr>
        </p:sp>
      </p:grpSp>
      <p:sp>
        <p:nvSpPr>
          <p:cNvPr id="61" name="Google Shape;61;p13"/>
          <p:cNvSpPr txBox="1"/>
          <p:nvPr/>
        </p:nvSpPr>
        <p:spPr>
          <a:xfrm>
            <a:off x="1743188" y="3699800"/>
            <a:ext cx="5972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GB" b="0" i="0" u="none" strike="noStrike" cap="none">
              <a:solidFill>
                <a:srgbClr val="545454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501791" y="1074122"/>
            <a:ext cx="3952678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990"/>
              </a:lnSpc>
            </a:pPr>
            <a:r>
              <a:rPr lang="en-GB" sz="4000" b="1" dirty="0">
                <a:solidFill>
                  <a:srgbClr val="7030A0"/>
                </a:solidFill>
                <a:latin typeface="Montserrat"/>
                <a:sym typeface="Montserrat"/>
              </a:rPr>
              <a:t>SOFTWARE</a:t>
            </a:r>
            <a:endParaRPr lang="en-US" sz="2800" dirty="0"/>
          </a:p>
        </p:txBody>
      </p:sp>
      <p:sp>
        <p:nvSpPr>
          <p:cNvPr id="68" name="Google Shape;68;p14"/>
          <p:cNvSpPr txBox="1"/>
          <p:nvPr/>
        </p:nvSpPr>
        <p:spPr>
          <a:xfrm>
            <a:off x="2407922" y="2514414"/>
            <a:ext cx="414041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GB" sz="1800" dirty="0">
                <a:solidFill>
                  <a:srgbClr val="545454"/>
                </a:solidFill>
                <a:latin typeface="DM Sans"/>
                <a:sym typeface="DM Sans"/>
              </a:rPr>
              <a:t>Blockchain &amp; Cryptography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76615" y="714442"/>
            <a:ext cx="85907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rgbClr val="7030A0"/>
                </a:solidFill>
                <a:latin typeface="Montserrat"/>
                <a:sym typeface="Montserrat"/>
              </a:rPr>
              <a:t>The ₹2.17 Trillion Black Hole: </a:t>
            </a:r>
            <a:endParaRPr lang="en-US" sz="1800" dirty="0">
              <a:sym typeface="Montserrat"/>
            </a:endParaRPr>
          </a:p>
          <a:p>
            <a:pPr algn="ctr"/>
            <a:r>
              <a:rPr lang="en-GB" sz="1800" b="1" dirty="0">
                <a:solidFill>
                  <a:srgbClr val="7030A0"/>
                </a:solidFill>
                <a:latin typeface="Montserrat"/>
                <a:sym typeface="Montserrat"/>
              </a:rPr>
              <a:t>India's Unaccountable Infrastructure Spending</a:t>
            </a:r>
            <a:endParaRPr lang="en-US" sz="1800" dirty="0"/>
          </a:p>
        </p:txBody>
      </p:sp>
      <p:sp>
        <p:nvSpPr>
          <p:cNvPr id="75" name="Google Shape;75;p15"/>
          <p:cNvSpPr txBox="1"/>
          <p:nvPr/>
        </p:nvSpPr>
        <p:spPr>
          <a:xfrm>
            <a:off x="795452" y="1603419"/>
            <a:ext cx="7352372" cy="30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₹2.17 TRILLION 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lost annually to corruption in public infrastructure projects across India</a:t>
            </a:r>
          </a:p>
          <a:p>
            <a:pPr algn="just"/>
            <a:endParaRPr lang="en-US" dirty="0"/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67% of government contracts 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show evidence of cost overruns, with no accountability mechanism for approving officials</a:t>
            </a:r>
          </a:p>
          <a:p>
            <a:pPr algn="just"/>
            <a:endParaRPr lang="en-GB" dirty="0"/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Bridges collapses, roads crumble within months 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- yet contractors face no real financial consequences, simply rebrand &amp; win new tenders</a:t>
            </a:r>
          </a:p>
          <a:p>
            <a:pPr algn="just"/>
            <a:endParaRPr lang="en-GB" dirty="0"/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Evidence disappears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: Investigation reports are ‘lost,’ approval records altered, &amp; whistleblowers silenced with no verifiable audit trail</a:t>
            </a:r>
          </a:p>
          <a:p>
            <a:pPr algn="just"/>
            <a:endParaRPr lang="en-GB" dirty="0"/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Single-point approval systems 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allow corrupt officials to greenlight substandard work with zero transparency or multi-party verification</a:t>
            </a:r>
            <a:endParaRPr lang="en-GB" dirty="0"/>
          </a:p>
          <a:p>
            <a:pPr marL="285750" marR="0" lvl="0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endParaRPr lang="en-GB" b="0" i="0" u="none" strike="noStrike" cap="none" dirty="0">
              <a:solidFill>
                <a:srgbClr val="545454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1021047" y="387185"/>
            <a:ext cx="69840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GB" sz="2100" dirty="0">
                <a:solidFill>
                  <a:srgbClr val="7030A0"/>
                </a:solidFill>
                <a:sym typeface="Montserrat"/>
              </a:rPr>
              <a:t>Project Sentinel: Immutable Accountability for India's Infrastructure Using Decentralized Trust Networks</a:t>
            </a:r>
            <a:endParaRPr lang="en-US" dirty="0"/>
          </a:p>
        </p:txBody>
      </p:sp>
      <p:sp>
        <p:nvSpPr>
          <p:cNvPr id="82" name="Google Shape;82;p16"/>
          <p:cNvSpPr txBox="1"/>
          <p:nvPr/>
        </p:nvSpPr>
        <p:spPr>
          <a:xfrm>
            <a:off x="372764" y="1161264"/>
            <a:ext cx="8280582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Blockchain-Anchored Audit Trail: 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Every tender decision, approval signature, inspection report, &amp; payment authorization recorded with cryptographic timestamps on public ledgers, making evidence destruction mathematically.</a:t>
            </a:r>
          </a:p>
          <a:p>
            <a:pPr marL="285750" indent="-285750" algn="just">
              <a:buChar char="•"/>
            </a:pPr>
            <a:endParaRPr lang="en-US" dirty="0">
              <a:sym typeface="DM Sans"/>
            </a:endParaRPr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Smart Contract Performance Bonds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: 20% of project value automatically locked in escrow for 5 years with programmatic slashing triggered by quality failures.</a:t>
            </a:r>
          </a:p>
          <a:p>
            <a:pPr marL="285750" indent="-285750" algn="just">
              <a:buChar char="•"/>
            </a:pPr>
            <a:endParaRPr lang="en-GB" dirty="0">
              <a:sym typeface="DM Sans"/>
            </a:endParaRPr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Multi-Party Cryptographic Approvals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: Payment releases require 4-of-6 digital signatures from independent stakeholders (govt engineer, </a:t>
            </a:r>
            <a:r>
              <a:rPr lang="en-GB" b="1" dirty="0">
                <a:solidFill>
                  <a:schemeClr val="tx1"/>
                </a:solidFill>
                <a:sym typeface="DM Sans"/>
              </a:rPr>
              <a:t>insurance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 company, third-party auditor, community rep, contractor QA, environmental auditor), eliminating single-point .</a:t>
            </a:r>
          </a:p>
          <a:p>
            <a:pPr marL="285750" indent="-285750" algn="just">
              <a:buChar char="•"/>
            </a:pPr>
            <a:endParaRPr lang="en-GB" dirty="0">
              <a:sym typeface="DM Sans"/>
            </a:endParaRPr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Permanent Reputation Ledger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: Immutable performance scores for every contractor &amp; inspector, tracking failure rates, approval patterns, &amp; project outcomes across their entire career.</a:t>
            </a:r>
          </a:p>
          <a:p>
            <a:pPr marL="285750" indent="-285750" algn="just">
              <a:buChar char="•"/>
            </a:pPr>
            <a:endParaRPr lang="en-GB" dirty="0">
              <a:sym typeface="DM Sans"/>
            </a:endParaRPr>
          </a:p>
          <a:p>
            <a:pPr marL="285750" indent="-285750" algn="just">
              <a:buChar char="•"/>
            </a:pPr>
            <a:r>
              <a:rPr lang="en-GB" b="1" dirty="0">
                <a:solidFill>
                  <a:schemeClr val="tx1"/>
                </a:solidFill>
                <a:sym typeface="DM Sans"/>
              </a:rPr>
              <a:t>Citizen Oversight Infrastructure</a:t>
            </a:r>
            <a:r>
              <a:rPr lang="en-GB" dirty="0">
                <a:solidFill>
                  <a:srgbClr val="545454"/>
                </a:solidFill>
                <a:sym typeface="DM Sans"/>
              </a:rPr>
              <a:t>: Public dashboard with real-time risk scoring, evidence verification &amp; pattern detection, empowering 1.4 billion taxpayers to flag corruption before bridges collapse.</a:t>
            </a:r>
            <a:endParaRPr lang="en-GB" b="0" i="0" u="none" strike="noStrike" cap="none" dirty="0">
              <a:solidFill>
                <a:srgbClr val="545454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2682164" y="329668"/>
            <a:ext cx="3393095" cy="32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FLOWCHART/DIAGRAM</a:t>
            </a:r>
            <a:endParaRPr sz="700" b="0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5A3A85-21E4-063A-3233-684F9B7BB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72" y="650525"/>
            <a:ext cx="7196254" cy="4047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747347" y="466740"/>
            <a:ext cx="3393095" cy="32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FLOWCHART/DIAGRAM</a:t>
            </a:r>
            <a:endParaRPr sz="700" b="0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568413" y="1120201"/>
            <a:ext cx="7750961" cy="347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1" dirty="0">
                <a:solidFill>
                  <a:schemeClr val="tx1"/>
                </a:solidFill>
                <a:sym typeface="DM Sans"/>
              </a:rPr>
              <a:t>Explainer text:</a:t>
            </a:r>
          </a:p>
          <a:p>
            <a:pPr lvl="0" algn="just">
              <a:lnSpc>
                <a:spcPct val="120000"/>
              </a:lnSpc>
              <a:buSzPts val="1400"/>
            </a:pPr>
            <a:r>
              <a:rPr lang="en-US" dirty="0">
                <a:solidFill>
                  <a:srgbClr val="545454"/>
                </a:solidFill>
              </a:rPr>
              <a:t>The system creates a public audit trail for bids, inspections, and payments. It replaces slow bank guarantees with automated smart contracts. Decentralized identities make sure contractors stay accountable and stop shell-company rebranding.</a:t>
            </a:r>
          </a:p>
          <a:p>
            <a:pPr lvl="0" algn="just">
              <a:lnSpc>
                <a:spcPct val="120000"/>
              </a:lnSpc>
              <a:buSzPts val="1400"/>
            </a:pPr>
            <a:endParaRPr lang="en-US" dirty="0">
              <a:solidFill>
                <a:srgbClr val="545454"/>
              </a:solidFill>
            </a:endParaRPr>
          </a:p>
          <a:p>
            <a:pPr lvl="0" algn="just">
              <a:lnSpc>
                <a:spcPct val="120000"/>
              </a:lnSpc>
              <a:buSzPts val="1400"/>
            </a:pPr>
            <a:r>
              <a:rPr lang="en-US" dirty="0">
                <a:solidFill>
                  <a:srgbClr val="545454"/>
                </a:solidFill>
              </a:rPr>
              <a:t>Using Polygon (L2) for low-cost transactions and IPFS for secure document storage makes the model economically viable and scalable. Stablecoin-based performance bonds cut down on risk and losses from corruption while working with existing legal registries.</a:t>
            </a:r>
          </a:p>
          <a:p>
            <a:pPr lvl="0" algn="just">
              <a:lnSpc>
                <a:spcPct val="120000"/>
              </a:lnSpc>
              <a:buSzPts val="1400"/>
            </a:pPr>
            <a:endParaRPr lang="en-US" dirty="0">
              <a:solidFill>
                <a:srgbClr val="545454"/>
              </a:solidFill>
            </a:endParaRPr>
          </a:p>
          <a:p>
            <a:pPr lvl="0" algn="just">
              <a:lnSpc>
                <a:spcPct val="120000"/>
              </a:lnSpc>
              <a:buSzPts val="1400"/>
            </a:pPr>
            <a:r>
              <a:rPr lang="en-US" dirty="0">
                <a:solidFill>
                  <a:srgbClr val="545454"/>
                </a:solidFill>
              </a:rPr>
              <a:t>The technical flow shows contractors bidding with verified reputations. Tenders are published on-chain, bonds are locked in smart contracts, and payments are released only after everyone approves. Successful completion returns the bond and issues a performance NFT. This reinforces trust and accountability.</a:t>
            </a:r>
            <a:endParaRPr dirty="0">
              <a:solidFill>
                <a:srgbClr val="54545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2735622" y="576598"/>
            <a:ext cx="3566924" cy="32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FEATURES &amp; NOVELTY</a:t>
            </a:r>
            <a:endParaRPr sz="700" b="0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B12CA-3B39-8C7B-D011-3D5284DCA865}"/>
              </a:ext>
            </a:extLst>
          </p:cNvPr>
          <p:cNvSpPr txBox="1"/>
          <p:nvPr/>
        </p:nvSpPr>
        <p:spPr>
          <a:xfrm>
            <a:off x="845323" y="1291791"/>
            <a:ext cx="6839429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Core Features: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45454"/>
                </a:solidFill>
              </a:rPr>
              <a:t>Multi-Signature Approval Gates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45454"/>
                </a:solidFill>
              </a:rPr>
              <a:t>Smart Contract Performance Bonds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45454"/>
                </a:solidFill>
              </a:rPr>
              <a:t>Immutable Evidence Vault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45454"/>
                </a:solidFill>
              </a:rPr>
              <a:t>AI-Powered Risk Scoring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45454"/>
                </a:solidFill>
              </a:rPr>
              <a:t>Public Transparency Dashboard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545454"/>
                </a:solidFill>
              </a:rPr>
              <a:t>Permanent Reputation Ledger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2473662" y="369630"/>
            <a:ext cx="4925222" cy="32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DRAWBACK &amp; SHOWSTOPPERS</a:t>
            </a:r>
            <a:endParaRPr sz="700" b="0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661638" y="740852"/>
            <a:ext cx="7523357" cy="349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IN" sz="1800" b="1" dirty="0">
                <a:sym typeface="DM Sans"/>
              </a:rPr>
              <a:t>Drawbacks:</a:t>
            </a:r>
            <a:endParaRPr lang="en-GB" sz="1800" b="1" dirty="0">
              <a:sym typeface="DM Sans"/>
            </a:endParaRPr>
          </a:p>
          <a:p>
            <a:pPr algn="just"/>
            <a:endParaRPr lang="en-GB" dirty="0">
              <a:sym typeface="DM Sans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545454"/>
                </a:solidFill>
                <a:ea typeface="DM Sans"/>
                <a:sym typeface="DM Sans"/>
              </a:rPr>
              <a:t>Human Collusion Remains Possible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545454"/>
                </a:solidFill>
                <a:ea typeface="DM Sans"/>
                <a:sym typeface="DM Sans"/>
              </a:rPr>
              <a:t>Requires Upfront Capital from Contractors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545454"/>
                </a:solidFill>
                <a:sym typeface="DM Sans"/>
              </a:rPr>
              <a:t>Corruption is made visible &amp; expensive, not impossible.</a:t>
            </a:r>
          </a:p>
          <a:p>
            <a:pPr algn="just">
              <a:lnSpc>
                <a:spcPct val="150000"/>
              </a:lnSpc>
            </a:pPr>
            <a:endParaRPr lang="en-GB" dirty="0">
              <a:sym typeface="DM Sans"/>
            </a:endParaRPr>
          </a:p>
          <a:p>
            <a:pPr algn="just">
              <a:lnSpc>
                <a:spcPct val="150000"/>
              </a:lnSpc>
            </a:pPr>
            <a:endParaRPr lang="en-GB" dirty="0">
              <a:sym typeface="DM Sans"/>
            </a:endParaRPr>
          </a:p>
          <a:p>
            <a:pPr algn="just">
              <a:lnSpc>
                <a:spcPct val="150000"/>
              </a:lnSpc>
            </a:pPr>
            <a:r>
              <a:rPr lang="en-GB" sz="1800" b="1" dirty="0">
                <a:sym typeface="DM Sans"/>
              </a:rPr>
              <a:t>Showstopper:</a:t>
            </a:r>
            <a:endParaRPr lang="en-GB" sz="1800" dirty="0">
              <a:sym typeface="DM Sans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545454"/>
                </a:solidFill>
                <a:sym typeface="DM Sans"/>
              </a:rPr>
              <a:t>Blockchain provides perfect evidence but cannot arrest anyone, if police/courts remain corrupt, accountability fails despite transparency.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545454"/>
                </a:solidFill>
                <a:ea typeface="DM Sans"/>
                <a:sym typeface="DM Sans"/>
              </a:rPr>
              <a:t>Government Adoption is vital.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109388" y="1172517"/>
            <a:ext cx="49252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3200" b="1" i="0" u="none" strike="noStrike" cap="none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Genesis</a:t>
            </a:r>
            <a:endParaRPr sz="1000" b="0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A0D066-6695-040A-B9D6-5897C74D9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704853"/>
              </p:ext>
            </p:extLst>
          </p:nvPr>
        </p:nvGraphicFramePr>
        <p:xfrm>
          <a:off x="1096536" y="1896110"/>
          <a:ext cx="7237143" cy="1620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093">
                  <a:extLst>
                    <a:ext uri="{9D8B030D-6E8A-4147-A177-3AD203B41FA5}">
                      <a16:colId xmlns:a16="http://schemas.microsoft.com/office/drawing/2014/main" val="1017337703"/>
                    </a:ext>
                  </a:extLst>
                </a:gridCol>
                <a:gridCol w="1780783">
                  <a:extLst>
                    <a:ext uri="{9D8B030D-6E8A-4147-A177-3AD203B41FA5}">
                      <a16:colId xmlns:a16="http://schemas.microsoft.com/office/drawing/2014/main" val="4099940109"/>
                    </a:ext>
                  </a:extLst>
                </a:gridCol>
                <a:gridCol w="3237267">
                  <a:extLst>
                    <a:ext uri="{9D8B030D-6E8A-4147-A177-3AD203B41FA5}">
                      <a16:colId xmlns:a16="http://schemas.microsoft.com/office/drawing/2014/main" val="3530227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Phone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E-mail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219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Samyaak Jain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9353583515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4"/>
                        </a:rPr>
                        <a:t>samyaakjain712@gmail.com</a:t>
                      </a:r>
                      <a:endParaRPr lang="en-GB" dirty="0">
                        <a:solidFill>
                          <a:srgbClr val="545454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65086"/>
                  </a:ext>
                </a:extLst>
              </a:tr>
              <a:tr h="299173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Gaurang Bhavsar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7972962303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5"/>
                        </a:rPr>
                        <a:t>gaurangbhavsar1703@gmail.com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299414"/>
                  </a:ext>
                </a:extLst>
              </a:tr>
              <a:tr h="320133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Shardul Singh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9319671093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54545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6"/>
                        </a:rPr>
                        <a:t>shardul.jps@gmail.com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44209"/>
                  </a:ext>
                </a:extLst>
              </a:tr>
              <a:tr h="320133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545454"/>
                          </a:solidFill>
                          <a:latin typeface="DM Sans"/>
                          <a:ea typeface="+mn-ea"/>
                          <a:cs typeface="+mn-cs"/>
                          <a:sym typeface="Arial"/>
                        </a:rPr>
                        <a:t>Sanchit</a:t>
                      </a:r>
                      <a:r>
                        <a:rPr lang="en-IN" dirty="0"/>
                        <a:t> </a:t>
                      </a:r>
                      <a:r>
                        <a:rPr lang="en-IN" sz="1400" b="0" i="0" u="none" strike="noStrike" cap="none" dirty="0">
                          <a:solidFill>
                            <a:srgbClr val="545454"/>
                          </a:solidFill>
                          <a:latin typeface="DM Sans"/>
                          <a:sym typeface="Arial"/>
                        </a:rPr>
                        <a:t>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545454"/>
                          </a:solidFill>
                          <a:latin typeface="DM Sans"/>
                          <a:ea typeface="+mn-ea"/>
                          <a:cs typeface="+mn-cs"/>
                          <a:sym typeface="Arial"/>
                        </a:rPr>
                        <a:t>9888524130</a:t>
                      </a:r>
                      <a:endParaRPr lang="en-IN" sz="1400" b="0" i="0" u="none" strike="noStrike" cap="none" dirty="0">
                        <a:solidFill>
                          <a:srgbClr val="545454"/>
                        </a:solidFill>
                        <a:latin typeface="DM San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0" i="0" u="none" strike="noStrike" cap="none" dirty="0">
                          <a:solidFill>
                            <a:srgbClr val="545454"/>
                          </a:solidFill>
                          <a:latin typeface="DM Sans"/>
                          <a:sym typeface="Arial"/>
                          <a:hlinkClick r:id="rId7"/>
                        </a:rPr>
                        <a:t>bt25cse002@iiitn.ac.in</a:t>
                      </a:r>
                      <a:endParaRPr lang="en-IN" sz="1400" b="0" i="0" u="none" strike="noStrike" cap="none" dirty="0">
                        <a:solidFill>
                          <a:srgbClr val="545454"/>
                        </a:solidFill>
                        <a:latin typeface="DM San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736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1916957" y="2104230"/>
            <a:ext cx="5310085" cy="95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lang="en-GB" sz="6200" b="1" i="0" u="none" strike="noStrike" cap="non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7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520</Words>
  <Application>Microsoft Office PowerPoint</Application>
  <PresentationFormat>On-screen Show (16:9)</PresentationFormat>
  <Paragraphs>69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Samyaak Jain</cp:lastModifiedBy>
  <cp:revision>2</cp:revision>
  <dcterms:modified xsi:type="dcterms:W3CDTF">2026-02-28T13:25:31Z</dcterms:modified>
</cp:coreProperties>
</file>